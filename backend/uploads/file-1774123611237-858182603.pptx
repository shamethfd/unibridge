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eth fernando" userId="6bc79969eb4cdfa0" providerId="LiveId" clId="{667806A6-8EAF-4D83-951C-C535C243C97B}"/>
    <pc:docChg chg="custSel modMainMaster">
      <pc:chgData name="shameth fernando" userId="6bc79969eb4cdfa0" providerId="LiveId" clId="{667806A6-8EAF-4D83-951C-C535C243C97B}" dt="2023-11-06T16:32:07.944" v="435" actId="20577"/>
      <pc:docMkLst>
        <pc:docMk/>
      </pc:docMkLst>
      <pc:sldMasterChg chg="delSldLayout modSldLayout sldLayoutOrd">
        <pc:chgData name="shameth fernando" userId="6bc79969eb4cdfa0" providerId="LiveId" clId="{667806A6-8EAF-4D83-951C-C535C243C97B}" dt="2023-11-06T16:32:07.944" v="435" actId="20577"/>
        <pc:sldMasterMkLst>
          <pc:docMk/>
          <pc:sldMasterMk cId="1835592735" sldId="2147483648"/>
        </pc:sldMasterMkLst>
        <pc:sldLayoutChg chg="addSp delSp modSp mod ord">
          <pc:chgData name="shameth fernando" userId="6bc79969eb4cdfa0" providerId="LiveId" clId="{667806A6-8EAF-4D83-951C-C535C243C97B}" dt="2023-11-06T15:53:40.518" v="153" actId="1076"/>
          <pc:sldLayoutMkLst>
            <pc:docMk/>
            <pc:sldMasterMk cId="1835592735" sldId="2147483648"/>
            <pc:sldLayoutMk cId="3521391202" sldId="2147483651"/>
          </pc:sldLayoutMkLst>
          <pc:spChg chg="add mod">
            <ac:chgData name="shameth fernando" userId="6bc79969eb4cdfa0" providerId="LiveId" clId="{667806A6-8EAF-4D83-951C-C535C243C97B}" dt="2023-11-06T15:39:23.519" v="32" actId="1076"/>
            <ac:spMkLst>
              <pc:docMk/>
              <pc:sldMasterMk cId="1835592735" sldId="2147483648"/>
              <pc:sldLayoutMk cId="3521391202" sldId="2147483651"/>
              <ac:spMk id="7" creationId="{36B14BA6-D913-1453-732D-BFABB54BDCD1}"/>
            </ac:spMkLst>
          </pc:spChg>
          <pc:spChg chg="add del">
            <ac:chgData name="shameth fernando" userId="6bc79969eb4cdfa0" providerId="LiveId" clId="{667806A6-8EAF-4D83-951C-C535C243C97B}" dt="2023-11-06T15:40:56.075" v="46" actId="11529"/>
            <ac:spMkLst>
              <pc:docMk/>
              <pc:sldMasterMk cId="1835592735" sldId="2147483648"/>
              <pc:sldLayoutMk cId="3521391202" sldId="2147483651"/>
              <ac:spMk id="18" creationId="{68CAFEA8-7B39-AE6E-25C3-6508180C8F55}"/>
            </ac:spMkLst>
          </pc:spChg>
          <pc:spChg chg="add del mod">
            <ac:chgData name="shameth fernando" userId="6bc79969eb4cdfa0" providerId="LiveId" clId="{667806A6-8EAF-4D83-951C-C535C243C97B}" dt="2023-11-06T15:40:56.075" v="46" actId="11529"/>
            <ac:spMkLst>
              <pc:docMk/>
              <pc:sldMasterMk cId="1835592735" sldId="2147483648"/>
              <pc:sldLayoutMk cId="3521391202" sldId="2147483651"/>
              <ac:spMk id="19" creationId="{1D5EA74F-97DA-BD28-583D-73A996E72105}"/>
            </ac:spMkLst>
          </pc:spChg>
          <pc:spChg chg="add del mod">
            <ac:chgData name="shameth fernando" userId="6bc79969eb4cdfa0" providerId="LiveId" clId="{667806A6-8EAF-4D83-951C-C535C243C97B}" dt="2023-11-06T15:51:22.441" v="126" actId="478"/>
            <ac:spMkLst>
              <pc:docMk/>
              <pc:sldMasterMk cId="1835592735" sldId="2147483648"/>
              <pc:sldLayoutMk cId="3521391202" sldId="2147483651"/>
              <ac:spMk id="20" creationId="{EA65995D-A8F9-3EDE-26F5-7C0F8EEC3ABA}"/>
            </ac:spMkLst>
          </pc:spChg>
          <pc:spChg chg="add mod">
            <ac:chgData name="shameth fernando" userId="6bc79969eb4cdfa0" providerId="LiveId" clId="{667806A6-8EAF-4D83-951C-C535C243C97B}" dt="2023-11-06T15:53:40.518" v="153" actId="1076"/>
            <ac:spMkLst>
              <pc:docMk/>
              <pc:sldMasterMk cId="1835592735" sldId="2147483648"/>
              <pc:sldLayoutMk cId="3521391202" sldId="2147483651"/>
              <ac:spMk id="21" creationId="{F9C1A4E2-356E-8E94-D3E9-4B1B9240127A}"/>
            </ac:spMkLst>
          </pc:spChg>
          <pc:picChg chg="add mod ord">
            <ac:chgData name="shameth fernando" userId="6bc79969eb4cdfa0" providerId="LiveId" clId="{667806A6-8EAF-4D83-951C-C535C243C97B}" dt="2023-11-06T15:53:12.975" v="149" actId="14100"/>
            <ac:picMkLst>
              <pc:docMk/>
              <pc:sldMasterMk cId="1835592735" sldId="2147483648"/>
              <pc:sldLayoutMk cId="3521391202" sldId="2147483651"/>
              <ac:picMk id="9" creationId="{F6142414-823D-2626-48E8-4D3902227B17}"/>
            </ac:picMkLst>
          </pc:picChg>
          <pc:picChg chg="add mod modCrop">
            <ac:chgData name="shameth fernando" userId="6bc79969eb4cdfa0" providerId="LiveId" clId="{667806A6-8EAF-4D83-951C-C535C243C97B}" dt="2023-11-06T15:53:07.243" v="148" actId="1037"/>
            <ac:picMkLst>
              <pc:docMk/>
              <pc:sldMasterMk cId="1835592735" sldId="2147483648"/>
              <pc:sldLayoutMk cId="3521391202" sldId="2147483651"/>
              <ac:picMk id="11" creationId="{91EE07B0-E23E-6359-0A20-C63BE3C4D90A}"/>
            </ac:picMkLst>
          </pc:picChg>
          <pc:picChg chg="add mod ord">
            <ac:chgData name="shameth fernando" userId="6bc79969eb4cdfa0" providerId="LiveId" clId="{667806A6-8EAF-4D83-951C-C535C243C97B}" dt="2023-11-06T15:50:25.111" v="119" actId="14100"/>
            <ac:picMkLst>
              <pc:docMk/>
              <pc:sldMasterMk cId="1835592735" sldId="2147483648"/>
              <pc:sldLayoutMk cId="3521391202" sldId="2147483651"/>
              <ac:picMk id="13" creationId="{E5C56240-6550-E996-2A3B-A27CC14CA6C0}"/>
            </ac:picMkLst>
          </pc:picChg>
          <pc:picChg chg="add del mod">
            <ac:chgData name="shameth fernando" userId="6bc79969eb4cdfa0" providerId="LiveId" clId="{667806A6-8EAF-4D83-951C-C535C243C97B}" dt="2023-11-06T15:39:50.010" v="40" actId="478"/>
            <ac:picMkLst>
              <pc:docMk/>
              <pc:sldMasterMk cId="1835592735" sldId="2147483648"/>
              <pc:sldLayoutMk cId="3521391202" sldId="2147483651"/>
              <ac:picMk id="15" creationId="{2B891E19-486D-7D7D-37B7-DF048F2187E2}"/>
            </ac:picMkLst>
          </pc:picChg>
          <pc:picChg chg="add mod">
            <ac:chgData name="shameth fernando" userId="6bc79969eb4cdfa0" providerId="LiveId" clId="{667806A6-8EAF-4D83-951C-C535C243C97B}" dt="2023-11-06T15:52:59.367" v="139" actId="1076"/>
            <ac:picMkLst>
              <pc:docMk/>
              <pc:sldMasterMk cId="1835592735" sldId="2147483648"/>
              <pc:sldLayoutMk cId="3521391202" sldId="2147483651"/>
              <ac:picMk id="17" creationId="{17624DEA-34E5-303C-FCAD-83457BA5FBDE}"/>
            </ac:picMkLst>
          </pc:picChg>
        </pc:sldLayoutChg>
        <pc:sldLayoutChg chg="addSp delSp modSp mod">
          <pc:chgData name="shameth fernando" userId="6bc79969eb4cdfa0" providerId="LiveId" clId="{667806A6-8EAF-4D83-951C-C535C243C97B}" dt="2023-11-06T16:04:49.703" v="248" actId="1037"/>
          <pc:sldLayoutMkLst>
            <pc:docMk/>
            <pc:sldMasterMk cId="1835592735" sldId="2147483648"/>
            <pc:sldLayoutMk cId="896584452" sldId="2147483652"/>
          </pc:sldLayoutMkLst>
          <pc:spChg chg="del">
            <ac:chgData name="shameth fernando" userId="6bc79969eb4cdfa0" providerId="LiveId" clId="{667806A6-8EAF-4D83-951C-C535C243C97B}" dt="2023-11-06T15:56:21.721" v="154" actId="478"/>
            <ac:spMkLst>
              <pc:docMk/>
              <pc:sldMasterMk cId="1835592735" sldId="2147483648"/>
              <pc:sldLayoutMk cId="896584452" sldId="2147483652"/>
              <ac:spMk id="2" creationId="{4E0ACEE4-BC3B-DDAD-A4FE-452DCE170D26}"/>
            </ac:spMkLst>
          </pc:spChg>
          <pc:spChg chg="del">
            <ac:chgData name="shameth fernando" userId="6bc79969eb4cdfa0" providerId="LiveId" clId="{667806A6-8EAF-4D83-951C-C535C243C97B}" dt="2023-11-06T15:56:22.987" v="155" actId="478"/>
            <ac:spMkLst>
              <pc:docMk/>
              <pc:sldMasterMk cId="1835592735" sldId="2147483648"/>
              <pc:sldLayoutMk cId="896584452" sldId="2147483652"/>
              <ac:spMk id="3" creationId="{90DBE4E1-83BA-C492-9962-950B049B1ACB}"/>
            </ac:spMkLst>
          </pc:spChg>
          <pc:spChg chg="del">
            <ac:chgData name="shameth fernando" userId="6bc79969eb4cdfa0" providerId="LiveId" clId="{667806A6-8EAF-4D83-951C-C535C243C97B}" dt="2023-11-06T15:56:25.600" v="156" actId="478"/>
            <ac:spMkLst>
              <pc:docMk/>
              <pc:sldMasterMk cId="1835592735" sldId="2147483648"/>
              <pc:sldLayoutMk cId="896584452" sldId="2147483652"/>
              <ac:spMk id="4" creationId="{8BEC90C6-0A64-83CE-0356-0C0B97840ED8}"/>
            </ac:spMkLst>
          </pc:spChg>
          <pc:spChg chg="add mod">
            <ac:chgData name="shameth fernando" userId="6bc79969eb4cdfa0" providerId="LiveId" clId="{667806A6-8EAF-4D83-951C-C535C243C97B}" dt="2023-11-06T15:57:31.937" v="168" actId="2711"/>
            <ac:spMkLst>
              <pc:docMk/>
              <pc:sldMasterMk cId="1835592735" sldId="2147483648"/>
              <pc:sldLayoutMk cId="896584452" sldId="2147483652"/>
              <ac:spMk id="12" creationId="{77A66CC1-4C3C-4204-32B9-7A7DFD2FEBF2}"/>
            </ac:spMkLst>
          </pc:spChg>
          <pc:spChg chg="add del mod">
            <ac:chgData name="shameth fernando" userId="6bc79969eb4cdfa0" providerId="LiveId" clId="{667806A6-8EAF-4D83-951C-C535C243C97B}" dt="2023-11-06T15:59:47.061" v="171"/>
            <ac:spMkLst>
              <pc:docMk/>
              <pc:sldMasterMk cId="1835592735" sldId="2147483648"/>
              <pc:sldLayoutMk cId="896584452" sldId="2147483652"/>
              <ac:spMk id="13" creationId="{D046A429-952B-7981-555E-BD78941CE62B}"/>
            </ac:spMkLst>
          </pc:spChg>
          <pc:spChg chg="add mod">
            <ac:chgData name="shameth fernando" userId="6bc79969eb4cdfa0" providerId="LiveId" clId="{667806A6-8EAF-4D83-951C-C535C243C97B}" dt="2023-11-06T16:00:56.982" v="185" actId="1076"/>
            <ac:spMkLst>
              <pc:docMk/>
              <pc:sldMasterMk cId="1835592735" sldId="2147483648"/>
              <pc:sldLayoutMk cId="896584452" sldId="2147483652"/>
              <ac:spMk id="14" creationId="{EACDF499-E316-6A17-6DC1-DE8013DAE2D4}"/>
            </ac:spMkLst>
          </pc:spChg>
          <pc:picChg chg="add mod">
            <ac:chgData name="shameth fernando" userId="6bc79969eb4cdfa0" providerId="LiveId" clId="{667806A6-8EAF-4D83-951C-C535C243C97B}" dt="2023-11-06T16:04:47.559" v="244" actId="1037"/>
            <ac:picMkLst>
              <pc:docMk/>
              <pc:sldMasterMk cId="1835592735" sldId="2147483648"/>
              <pc:sldLayoutMk cId="896584452" sldId="2147483652"/>
              <ac:picMk id="9" creationId="{54511AC4-A806-93C4-077D-760D46469F2A}"/>
            </ac:picMkLst>
          </pc:picChg>
          <pc:picChg chg="add mod">
            <ac:chgData name="shameth fernando" userId="6bc79969eb4cdfa0" providerId="LiveId" clId="{667806A6-8EAF-4D83-951C-C535C243C97B}" dt="2023-11-06T16:04:16.210" v="216" actId="1038"/>
            <ac:picMkLst>
              <pc:docMk/>
              <pc:sldMasterMk cId="1835592735" sldId="2147483648"/>
              <pc:sldLayoutMk cId="896584452" sldId="2147483652"/>
              <ac:picMk id="11" creationId="{CA4C277C-4A19-34C7-C47F-8A8B0C487D9C}"/>
            </ac:picMkLst>
          </pc:picChg>
          <pc:picChg chg="add mod">
            <ac:chgData name="shameth fernando" userId="6bc79969eb4cdfa0" providerId="LiveId" clId="{667806A6-8EAF-4D83-951C-C535C243C97B}" dt="2023-11-06T16:01:38.078" v="192" actId="1076"/>
            <ac:picMkLst>
              <pc:docMk/>
              <pc:sldMasterMk cId="1835592735" sldId="2147483648"/>
              <pc:sldLayoutMk cId="896584452" sldId="2147483652"/>
              <ac:picMk id="16" creationId="{AB62D15D-B815-2CD5-AAAB-085BAD33564A}"/>
            </ac:picMkLst>
          </pc:picChg>
          <pc:picChg chg="add del mod">
            <ac:chgData name="shameth fernando" userId="6bc79969eb4cdfa0" providerId="LiveId" clId="{667806A6-8EAF-4D83-951C-C535C243C97B}" dt="2023-11-06T16:03:18.586" v="197" actId="478"/>
            <ac:picMkLst>
              <pc:docMk/>
              <pc:sldMasterMk cId="1835592735" sldId="2147483648"/>
              <pc:sldLayoutMk cId="896584452" sldId="2147483652"/>
              <ac:picMk id="18" creationId="{3DB0A4C4-5A48-70E2-063F-BDDD6E06A5BC}"/>
            </ac:picMkLst>
          </pc:picChg>
          <pc:picChg chg="add mod">
            <ac:chgData name="shameth fernando" userId="6bc79969eb4cdfa0" providerId="LiveId" clId="{667806A6-8EAF-4D83-951C-C535C243C97B}" dt="2023-11-06T16:04:20.289" v="229" actId="1038"/>
            <ac:picMkLst>
              <pc:docMk/>
              <pc:sldMasterMk cId="1835592735" sldId="2147483648"/>
              <pc:sldLayoutMk cId="896584452" sldId="2147483652"/>
              <ac:picMk id="20" creationId="{A38AD1D0-D3EB-E1D5-7F33-2B305F08BBF0}"/>
            </ac:picMkLst>
          </pc:picChg>
          <pc:picChg chg="add mod">
            <ac:chgData name="shameth fernando" userId="6bc79969eb4cdfa0" providerId="LiveId" clId="{667806A6-8EAF-4D83-951C-C535C243C97B}" dt="2023-11-06T16:04:49.703" v="248" actId="1037"/>
            <ac:picMkLst>
              <pc:docMk/>
              <pc:sldMasterMk cId="1835592735" sldId="2147483648"/>
              <pc:sldLayoutMk cId="896584452" sldId="2147483652"/>
              <ac:picMk id="22" creationId="{687F68E5-BF7D-32B5-0F68-F5018FE07D1A}"/>
            </ac:picMkLst>
          </pc:picChg>
        </pc:sldLayoutChg>
        <pc:sldLayoutChg chg="addSp delSp modSp mod">
          <pc:chgData name="shameth fernando" userId="6bc79969eb4cdfa0" providerId="LiveId" clId="{667806A6-8EAF-4D83-951C-C535C243C97B}" dt="2023-11-06T16:13:07.805" v="286" actId="1440"/>
          <pc:sldLayoutMkLst>
            <pc:docMk/>
            <pc:sldMasterMk cId="1835592735" sldId="2147483648"/>
            <pc:sldLayoutMk cId="3590091705" sldId="2147483653"/>
          </pc:sldLayoutMkLst>
          <pc:spChg chg="del">
            <ac:chgData name="shameth fernando" userId="6bc79969eb4cdfa0" providerId="LiveId" clId="{667806A6-8EAF-4D83-951C-C535C243C97B}" dt="2023-11-06T16:05:05.657" v="250" actId="478"/>
            <ac:spMkLst>
              <pc:docMk/>
              <pc:sldMasterMk cId="1835592735" sldId="2147483648"/>
              <pc:sldLayoutMk cId="3590091705" sldId="2147483653"/>
              <ac:spMk id="2" creationId="{0553FF54-963A-65C3-76C5-8DA2A85CFCE0}"/>
            </ac:spMkLst>
          </pc:spChg>
          <pc:spChg chg="del">
            <ac:chgData name="shameth fernando" userId="6bc79969eb4cdfa0" providerId="LiveId" clId="{667806A6-8EAF-4D83-951C-C535C243C97B}" dt="2023-11-06T16:05:04.466" v="249" actId="478"/>
            <ac:spMkLst>
              <pc:docMk/>
              <pc:sldMasterMk cId="1835592735" sldId="2147483648"/>
              <pc:sldLayoutMk cId="3590091705" sldId="2147483653"/>
              <ac:spMk id="3" creationId="{34042159-D81F-9286-6671-A734F5FF74CD}"/>
            </ac:spMkLst>
          </pc:spChg>
          <pc:spChg chg="del">
            <ac:chgData name="shameth fernando" userId="6bc79969eb4cdfa0" providerId="LiveId" clId="{667806A6-8EAF-4D83-951C-C535C243C97B}" dt="2023-11-06T16:05:07.010" v="251" actId="478"/>
            <ac:spMkLst>
              <pc:docMk/>
              <pc:sldMasterMk cId="1835592735" sldId="2147483648"/>
              <pc:sldLayoutMk cId="3590091705" sldId="2147483653"/>
              <ac:spMk id="4" creationId="{6F564201-AC67-EDE5-72D3-A123AA26F4D0}"/>
            </ac:spMkLst>
          </pc:spChg>
          <pc:spChg chg="del">
            <ac:chgData name="shameth fernando" userId="6bc79969eb4cdfa0" providerId="LiveId" clId="{667806A6-8EAF-4D83-951C-C535C243C97B}" dt="2023-11-06T16:05:08.382" v="252" actId="478"/>
            <ac:spMkLst>
              <pc:docMk/>
              <pc:sldMasterMk cId="1835592735" sldId="2147483648"/>
              <pc:sldLayoutMk cId="3590091705" sldId="2147483653"/>
              <ac:spMk id="5" creationId="{0A4508F2-834F-FAB2-53E1-39AA5FA4A18D}"/>
            </ac:spMkLst>
          </pc:spChg>
          <pc:spChg chg="del">
            <ac:chgData name="shameth fernando" userId="6bc79969eb4cdfa0" providerId="LiveId" clId="{667806A6-8EAF-4D83-951C-C535C243C97B}" dt="2023-11-06T16:05:10.013" v="253" actId="478"/>
            <ac:spMkLst>
              <pc:docMk/>
              <pc:sldMasterMk cId="1835592735" sldId="2147483648"/>
              <pc:sldLayoutMk cId="3590091705" sldId="2147483653"/>
              <ac:spMk id="6" creationId="{9830BF71-CCBA-FE82-8B3E-22B49269CD85}"/>
            </ac:spMkLst>
          </pc:spChg>
          <pc:spChg chg="add mod">
            <ac:chgData name="shameth fernando" userId="6bc79969eb4cdfa0" providerId="LiveId" clId="{667806A6-8EAF-4D83-951C-C535C243C97B}" dt="2023-11-06T16:12:36.517" v="280" actId="1076"/>
            <ac:spMkLst>
              <pc:docMk/>
              <pc:sldMasterMk cId="1835592735" sldId="2147483648"/>
              <pc:sldLayoutMk cId="3590091705" sldId="2147483653"/>
              <ac:spMk id="10" creationId="{59DD7D0C-4F3E-17D0-1611-EFD03171EEE6}"/>
            </ac:spMkLst>
          </pc:spChg>
          <pc:spChg chg="add mod">
            <ac:chgData name="shameth fernando" userId="6bc79969eb4cdfa0" providerId="LiveId" clId="{667806A6-8EAF-4D83-951C-C535C243C97B}" dt="2023-11-06T16:11:33.045" v="262" actId="1076"/>
            <ac:spMkLst>
              <pc:docMk/>
              <pc:sldMasterMk cId="1835592735" sldId="2147483648"/>
              <pc:sldLayoutMk cId="3590091705" sldId="2147483653"/>
              <ac:spMk id="11" creationId="{B81EF344-614E-94A4-84AE-7BB56DD3A01E}"/>
            </ac:spMkLst>
          </pc:spChg>
          <pc:picChg chg="add mod">
            <ac:chgData name="shameth fernando" userId="6bc79969eb4cdfa0" providerId="LiveId" clId="{667806A6-8EAF-4D83-951C-C535C243C97B}" dt="2023-11-06T16:12:23.365" v="279" actId="1076"/>
            <ac:picMkLst>
              <pc:docMk/>
              <pc:sldMasterMk cId="1835592735" sldId="2147483648"/>
              <pc:sldLayoutMk cId="3590091705" sldId="2147483653"/>
              <ac:picMk id="13" creationId="{A730039F-6087-9C46-EE07-20A8F0AF16F3}"/>
            </ac:picMkLst>
          </pc:picChg>
          <pc:picChg chg="add mod">
            <ac:chgData name="shameth fernando" userId="6bc79969eb4cdfa0" providerId="LiveId" clId="{667806A6-8EAF-4D83-951C-C535C243C97B}" dt="2023-11-06T16:12:04.085" v="274" actId="1440"/>
            <ac:picMkLst>
              <pc:docMk/>
              <pc:sldMasterMk cId="1835592735" sldId="2147483648"/>
              <pc:sldLayoutMk cId="3590091705" sldId="2147483653"/>
              <ac:picMk id="15" creationId="{AA31BAC0-8880-3733-D791-D42EA8710A62}"/>
            </ac:picMkLst>
          </pc:picChg>
          <pc:picChg chg="add mod">
            <ac:chgData name="shameth fernando" userId="6bc79969eb4cdfa0" providerId="LiveId" clId="{667806A6-8EAF-4D83-951C-C535C243C97B}" dt="2023-11-06T16:11:55.342" v="271" actId="1440"/>
            <ac:picMkLst>
              <pc:docMk/>
              <pc:sldMasterMk cId="1835592735" sldId="2147483648"/>
              <pc:sldLayoutMk cId="3590091705" sldId="2147483653"/>
              <ac:picMk id="17" creationId="{07C06E32-F890-69E2-3E4D-C93A3C3FE7C1}"/>
            </ac:picMkLst>
          </pc:picChg>
          <pc:picChg chg="add del mod">
            <ac:chgData name="shameth fernando" userId="6bc79969eb4cdfa0" providerId="LiveId" clId="{667806A6-8EAF-4D83-951C-C535C243C97B}" dt="2023-11-06T16:11:45.836" v="265" actId="478"/>
            <ac:picMkLst>
              <pc:docMk/>
              <pc:sldMasterMk cId="1835592735" sldId="2147483648"/>
              <pc:sldLayoutMk cId="3590091705" sldId="2147483653"/>
              <ac:picMk id="19" creationId="{E75C7164-E30A-328E-EB7A-F71C85F4F9A5}"/>
            </ac:picMkLst>
          </pc:picChg>
          <pc:picChg chg="add mod">
            <ac:chgData name="shameth fernando" userId="6bc79969eb4cdfa0" providerId="LiveId" clId="{667806A6-8EAF-4D83-951C-C535C243C97B}" dt="2023-11-06T16:13:07.805" v="286" actId="1440"/>
            <ac:picMkLst>
              <pc:docMk/>
              <pc:sldMasterMk cId="1835592735" sldId="2147483648"/>
              <pc:sldLayoutMk cId="3590091705" sldId="2147483653"/>
              <ac:picMk id="21" creationId="{DB4A435E-9456-6C6A-FAD2-B2B5DB80F5E2}"/>
            </ac:picMkLst>
          </pc:picChg>
        </pc:sldLayoutChg>
        <pc:sldLayoutChg chg="addSp delSp modSp mod">
          <pc:chgData name="shameth fernando" userId="6bc79969eb4cdfa0" providerId="LiveId" clId="{667806A6-8EAF-4D83-951C-C535C243C97B}" dt="2023-11-06T16:22:24.531" v="362" actId="1076"/>
          <pc:sldLayoutMkLst>
            <pc:docMk/>
            <pc:sldMasterMk cId="1835592735" sldId="2147483648"/>
            <pc:sldLayoutMk cId="4105976022" sldId="2147483654"/>
          </pc:sldLayoutMkLst>
          <pc:spChg chg="del">
            <ac:chgData name="shameth fernando" userId="6bc79969eb4cdfa0" providerId="LiveId" clId="{667806A6-8EAF-4D83-951C-C535C243C97B}" dt="2023-11-06T16:13:16.315" v="287" actId="478"/>
            <ac:spMkLst>
              <pc:docMk/>
              <pc:sldMasterMk cId="1835592735" sldId="2147483648"/>
              <pc:sldLayoutMk cId="4105976022" sldId="2147483654"/>
              <ac:spMk id="2" creationId="{E9F1B82F-9D6F-14D6-2582-49E2D867F034}"/>
            </ac:spMkLst>
          </pc:spChg>
          <pc:spChg chg="add mod">
            <ac:chgData name="shameth fernando" userId="6bc79969eb4cdfa0" providerId="LiveId" clId="{667806A6-8EAF-4D83-951C-C535C243C97B}" dt="2023-11-06T16:16:33.855" v="291" actId="14100"/>
            <ac:spMkLst>
              <pc:docMk/>
              <pc:sldMasterMk cId="1835592735" sldId="2147483648"/>
              <pc:sldLayoutMk cId="4105976022" sldId="2147483654"/>
              <ac:spMk id="6" creationId="{2260230E-D2F3-1D88-D42E-91F4625FE741}"/>
            </ac:spMkLst>
          </pc:spChg>
          <pc:spChg chg="add mod">
            <ac:chgData name="shameth fernando" userId="6bc79969eb4cdfa0" providerId="LiveId" clId="{667806A6-8EAF-4D83-951C-C535C243C97B}" dt="2023-11-06T16:22:24.531" v="362" actId="1076"/>
            <ac:spMkLst>
              <pc:docMk/>
              <pc:sldMasterMk cId="1835592735" sldId="2147483648"/>
              <pc:sldLayoutMk cId="4105976022" sldId="2147483654"/>
              <ac:spMk id="29" creationId="{E7A6F657-5DD7-9256-9FB4-AE7B27D1E946}"/>
            </ac:spMkLst>
          </pc:spChg>
          <pc:picChg chg="add del mod">
            <ac:chgData name="shameth fernando" userId="6bc79969eb4cdfa0" providerId="LiveId" clId="{667806A6-8EAF-4D83-951C-C535C243C97B}" dt="2023-11-06T16:16:57.991" v="301" actId="478"/>
            <ac:picMkLst>
              <pc:docMk/>
              <pc:sldMasterMk cId="1835592735" sldId="2147483648"/>
              <pc:sldLayoutMk cId="4105976022" sldId="2147483654"/>
              <ac:picMk id="8" creationId="{1A7E5D70-4D71-461A-4DD5-199FC6F2235F}"/>
            </ac:picMkLst>
          </pc:picChg>
          <pc:picChg chg="add del mod">
            <ac:chgData name="shameth fernando" userId="6bc79969eb4cdfa0" providerId="LiveId" clId="{667806A6-8EAF-4D83-951C-C535C243C97B}" dt="2023-11-06T16:16:56.284" v="299" actId="478"/>
            <ac:picMkLst>
              <pc:docMk/>
              <pc:sldMasterMk cId="1835592735" sldId="2147483648"/>
              <pc:sldLayoutMk cId="4105976022" sldId="2147483654"/>
              <ac:picMk id="10" creationId="{85A42456-2950-22DC-AC11-C1B0E8183D8D}"/>
            </ac:picMkLst>
          </pc:picChg>
          <pc:picChg chg="add del mod">
            <ac:chgData name="shameth fernando" userId="6bc79969eb4cdfa0" providerId="LiveId" clId="{667806A6-8EAF-4D83-951C-C535C243C97B}" dt="2023-11-06T16:16:55.211" v="297" actId="478"/>
            <ac:picMkLst>
              <pc:docMk/>
              <pc:sldMasterMk cId="1835592735" sldId="2147483648"/>
              <pc:sldLayoutMk cId="4105976022" sldId="2147483654"/>
              <ac:picMk id="12" creationId="{31FB6B34-755B-6D00-D7DE-4E7C61633CBA}"/>
            </ac:picMkLst>
          </pc:picChg>
          <pc:picChg chg="add del mod">
            <ac:chgData name="shameth fernando" userId="6bc79969eb4cdfa0" providerId="LiveId" clId="{667806A6-8EAF-4D83-951C-C535C243C97B}" dt="2023-11-06T16:16:53.390" v="295" actId="478"/>
            <ac:picMkLst>
              <pc:docMk/>
              <pc:sldMasterMk cId="1835592735" sldId="2147483648"/>
              <pc:sldLayoutMk cId="4105976022" sldId="2147483654"/>
              <ac:picMk id="14" creationId="{0A1EC494-DC8C-0831-0637-BA35B3C291D9}"/>
            </ac:picMkLst>
          </pc:picChg>
          <pc:picChg chg="add del mod">
            <ac:chgData name="shameth fernando" userId="6bc79969eb4cdfa0" providerId="LiveId" clId="{667806A6-8EAF-4D83-951C-C535C243C97B}" dt="2023-11-06T16:18:57.822" v="307" actId="478"/>
            <ac:picMkLst>
              <pc:docMk/>
              <pc:sldMasterMk cId="1835592735" sldId="2147483648"/>
              <pc:sldLayoutMk cId="4105976022" sldId="2147483654"/>
              <ac:picMk id="16" creationId="{5978673B-E2F4-3750-CF8B-301A75229DC2}"/>
            </ac:picMkLst>
          </pc:picChg>
          <pc:picChg chg="add del mod">
            <ac:chgData name="shameth fernando" userId="6bc79969eb4cdfa0" providerId="LiveId" clId="{667806A6-8EAF-4D83-951C-C535C243C97B}" dt="2023-11-06T16:18:57.229" v="306" actId="478"/>
            <ac:picMkLst>
              <pc:docMk/>
              <pc:sldMasterMk cId="1835592735" sldId="2147483648"/>
              <pc:sldLayoutMk cId="4105976022" sldId="2147483654"/>
              <ac:picMk id="18" creationId="{31CE5C11-65F8-01DD-D3C9-2FCD7EC4742E}"/>
            </ac:picMkLst>
          </pc:picChg>
          <pc:picChg chg="add del mod">
            <ac:chgData name="shameth fernando" userId="6bc79969eb4cdfa0" providerId="LiveId" clId="{667806A6-8EAF-4D83-951C-C535C243C97B}" dt="2023-11-06T16:18:56.656" v="305" actId="478"/>
            <ac:picMkLst>
              <pc:docMk/>
              <pc:sldMasterMk cId="1835592735" sldId="2147483648"/>
              <pc:sldLayoutMk cId="4105976022" sldId="2147483654"/>
              <ac:picMk id="20" creationId="{F81A3C45-5417-68E5-CF5D-C873D5DD6149}"/>
            </ac:picMkLst>
          </pc:picChg>
          <pc:picChg chg="add del mod">
            <ac:chgData name="shameth fernando" userId="6bc79969eb4cdfa0" providerId="LiveId" clId="{667806A6-8EAF-4D83-951C-C535C243C97B}" dt="2023-11-06T16:19:29.148" v="315" actId="478"/>
            <ac:picMkLst>
              <pc:docMk/>
              <pc:sldMasterMk cId="1835592735" sldId="2147483648"/>
              <pc:sldLayoutMk cId="4105976022" sldId="2147483654"/>
              <ac:picMk id="22" creationId="{FCF69A13-5EC0-015F-9340-479DD7A92B10}"/>
            </ac:picMkLst>
          </pc:picChg>
          <pc:picChg chg="add mod">
            <ac:chgData name="shameth fernando" userId="6bc79969eb4cdfa0" providerId="LiveId" clId="{667806A6-8EAF-4D83-951C-C535C243C97B}" dt="2023-11-06T16:21:40.948" v="340" actId="1440"/>
            <ac:picMkLst>
              <pc:docMk/>
              <pc:sldMasterMk cId="1835592735" sldId="2147483648"/>
              <pc:sldLayoutMk cId="4105976022" sldId="2147483654"/>
              <ac:picMk id="24" creationId="{1B7133F0-CB74-CCB6-A6AF-2045B626ACAD}"/>
            </ac:picMkLst>
          </pc:picChg>
          <pc:picChg chg="add mod">
            <ac:chgData name="shameth fernando" userId="6bc79969eb4cdfa0" providerId="LiveId" clId="{667806A6-8EAF-4D83-951C-C535C243C97B}" dt="2023-11-06T16:21:41.812" v="341" actId="1076"/>
            <ac:picMkLst>
              <pc:docMk/>
              <pc:sldMasterMk cId="1835592735" sldId="2147483648"/>
              <pc:sldLayoutMk cId="4105976022" sldId="2147483654"/>
              <ac:picMk id="26" creationId="{0848FE1B-6D5C-7224-8121-9649CAD83746}"/>
            </ac:picMkLst>
          </pc:picChg>
          <pc:picChg chg="add mod">
            <ac:chgData name="shameth fernando" userId="6bc79969eb4cdfa0" providerId="LiveId" clId="{667806A6-8EAF-4D83-951C-C535C243C97B}" dt="2023-11-06T16:20:32.885" v="332" actId="14100"/>
            <ac:picMkLst>
              <pc:docMk/>
              <pc:sldMasterMk cId="1835592735" sldId="2147483648"/>
              <pc:sldLayoutMk cId="4105976022" sldId="2147483654"/>
              <ac:picMk id="28" creationId="{76351625-B82A-6D39-DD81-DC782D0CA522}"/>
            </ac:picMkLst>
          </pc:picChg>
        </pc:sldLayoutChg>
        <pc:sldLayoutChg chg="addSp delSp modSp mod">
          <pc:chgData name="shameth fernando" userId="6bc79969eb4cdfa0" providerId="LiveId" clId="{667806A6-8EAF-4D83-951C-C535C243C97B}" dt="2023-11-06T16:29:08.427" v="392" actId="1076"/>
          <pc:sldLayoutMkLst>
            <pc:docMk/>
            <pc:sldMasterMk cId="1835592735" sldId="2147483648"/>
            <pc:sldLayoutMk cId="3830202435" sldId="2147483655"/>
          </pc:sldLayoutMkLst>
          <pc:spChg chg="add mod">
            <ac:chgData name="shameth fernando" userId="6bc79969eb4cdfa0" providerId="LiveId" clId="{667806A6-8EAF-4D83-951C-C535C243C97B}" dt="2023-11-06T16:29:08.427" v="392" actId="1076"/>
            <ac:spMkLst>
              <pc:docMk/>
              <pc:sldMasterMk cId="1835592735" sldId="2147483648"/>
              <pc:sldLayoutMk cId="3830202435" sldId="2147483655"/>
              <ac:spMk id="5" creationId="{3A1FCF1F-02A3-D26B-8523-D6DF4B1DEBBD}"/>
            </ac:spMkLst>
          </pc:spChg>
          <pc:spChg chg="add del mod">
            <ac:chgData name="shameth fernando" userId="6bc79969eb4cdfa0" providerId="LiveId" clId="{667806A6-8EAF-4D83-951C-C535C243C97B}" dt="2023-11-06T16:27:34.917" v="373" actId="478"/>
            <ac:spMkLst>
              <pc:docMk/>
              <pc:sldMasterMk cId="1835592735" sldId="2147483648"/>
              <pc:sldLayoutMk cId="3830202435" sldId="2147483655"/>
              <ac:spMk id="6" creationId="{BB76FB02-09D0-983C-98B3-3A7F2E8D28AC}"/>
            </ac:spMkLst>
          </pc:spChg>
          <pc:spChg chg="add mod">
            <ac:chgData name="shameth fernando" userId="6bc79969eb4cdfa0" providerId="LiveId" clId="{667806A6-8EAF-4D83-951C-C535C243C97B}" dt="2023-11-06T16:28:09.068" v="379" actId="1076"/>
            <ac:spMkLst>
              <pc:docMk/>
              <pc:sldMasterMk cId="1835592735" sldId="2147483648"/>
              <pc:sldLayoutMk cId="3830202435" sldId="2147483655"/>
              <ac:spMk id="7" creationId="{452D768F-1119-810B-FAF1-AADE550E085E}"/>
            </ac:spMkLst>
          </pc:spChg>
          <pc:picChg chg="add mod">
            <ac:chgData name="shameth fernando" userId="6bc79969eb4cdfa0" providerId="LiveId" clId="{667806A6-8EAF-4D83-951C-C535C243C97B}" dt="2023-11-06T16:28:51.828" v="389" actId="14100"/>
            <ac:picMkLst>
              <pc:docMk/>
              <pc:sldMasterMk cId="1835592735" sldId="2147483648"/>
              <pc:sldLayoutMk cId="3830202435" sldId="2147483655"/>
              <ac:picMk id="9" creationId="{13426E21-7AE4-8ED3-E96F-01CE61EBA364}"/>
            </ac:picMkLst>
          </pc:picChg>
          <pc:picChg chg="add mod">
            <ac:chgData name="shameth fernando" userId="6bc79969eb4cdfa0" providerId="LiveId" clId="{667806A6-8EAF-4D83-951C-C535C243C97B}" dt="2023-11-06T16:28:59.436" v="391" actId="14100"/>
            <ac:picMkLst>
              <pc:docMk/>
              <pc:sldMasterMk cId="1835592735" sldId="2147483648"/>
              <pc:sldLayoutMk cId="3830202435" sldId="2147483655"/>
              <ac:picMk id="11" creationId="{91EF0206-48AB-19BC-5CD1-221998A0F46F}"/>
            </ac:picMkLst>
          </pc:picChg>
          <pc:picChg chg="add mod">
            <ac:chgData name="shameth fernando" userId="6bc79969eb4cdfa0" providerId="LiveId" clId="{667806A6-8EAF-4D83-951C-C535C243C97B}" dt="2023-11-06T16:28:34.876" v="385" actId="14100"/>
            <ac:picMkLst>
              <pc:docMk/>
              <pc:sldMasterMk cId="1835592735" sldId="2147483648"/>
              <pc:sldLayoutMk cId="3830202435" sldId="2147483655"/>
              <ac:picMk id="13" creationId="{5A41E75C-2709-3EF4-4D65-964924B6DDD9}"/>
            </ac:picMkLst>
          </pc:picChg>
        </pc:sldLayoutChg>
        <pc:sldLayoutChg chg="addSp delSp modSp mod">
          <pc:chgData name="shameth fernando" userId="6bc79969eb4cdfa0" providerId="LiveId" clId="{667806A6-8EAF-4D83-951C-C535C243C97B}" dt="2023-11-06T16:32:07.944" v="435" actId="20577"/>
          <pc:sldLayoutMkLst>
            <pc:docMk/>
            <pc:sldMasterMk cId="1835592735" sldId="2147483648"/>
            <pc:sldLayoutMk cId="2012317274" sldId="2147483656"/>
          </pc:sldLayoutMkLst>
          <pc:spChg chg="del">
            <ac:chgData name="shameth fernando" userId="6bc79969eb4cdfa0" providerId="LiveId" clId="{667806A6-8EAF-4D83-951C-C535C243C97B}" dt="2023-11-06T16:30:19.726" v="393" actId="478"/>
            <ac:spMkLst>
              <pc:docMk/>
              <pc:sldMasterMk cId="1835592735" sldId="2147483648"/>
              <pc:sldLayoutMk cId="2012317274" sldId="2147483656"/>
              <ac:spMk id="2" creationId="{973A25EE-14A7-2AC6-B684-E79033FC4F7F}"/>
            </ac:spMkLst>
          </pc:spChg>
          <pc:spChg chg="del">
            <ac:chgData name="shameth fernando" userId="6bc79969eb4cdfa0" providerId="LiveId" clId="{667806A6-8EAF-4D83-951C-C535C243C97B}" dt="2023-11-06T16:30:23.471" v="395" actId="478"/>
            <ac:spMkLst>
              <pc:docMk/>
              <pc:sldMasterMk cId="1835592735" sldId="2147483648"/>
              <pc:sldLayoutMk cId="2012317274" sldId="2147483656"/>
              <ac:spMk id="3" creationId="{5D464C5C-B0BE-A892-471C-7BD0605A7061}"/>
            </ac:spMkLst>
          </pc:spChg>
          <pc:spChg chg="del">
            <ac:chgData name="shameth fernando" userId="6bc79969eb4cdfa0" providerId="LiveId" clId="{667806A6-8EAF-4D83-951C-C535C243C97B}" dt="2023-11-06T16:30:21.683" v="394" actId="478"/>
            <ac:spMkLst>
              <pc:docMk/>
              <pc:sldMasterMk cId="1835592735" sldId="2147483648"/>
              <pc:sldLayoutMk cId="2012317274" sldId="2147483656"/>
              <ac:spMk id="4" creationId="{B829C370-D292-29BA-00F4-16C8DB1721F1}"/>
            </ac:spMkLst>
          </pc:spChg>
          <pc:spChg chg="add del mod">
            <ac:chgData name="shameth fernando" userId="6bc79969eb4cdfa0" providerId="LiveId" clId="{667806A6-8EAF-4D83-951C-C535C243C97B}" dt="2023-11-06T16:30:28.355" v="398"/>
            <ac:spMkLst>
              <pc:docMk/>
              <pc:sldMasterMk cId="1835592735" sldId="2147483648"/>
              <pc:sldLayoutMk cId="2012317274" sldId="2147483656"/>
              <ac:spMk id="8" creationId="{B8B636DD-251A-9E80-6395-5FE9465EC8F7}"/>
            </ac:spMkLst>
          </pc:spChg>
          <pc:spChg chg="add mod">
            <ac:chgData name="shameth fernando" userId="6bc79969eb4cdfa0" providerId="LiveId" clId="{667806A6-8EAF-4D83-951C-C535C243C97B}" dt="2023-11-06T16:30:47.356" v="404" actId="1076"/>
            <ac:spMkLst>
              <pc:docMk/>
              <pc:sldMasterMk cId="1835592735" sldId="2147483648"/>
              <pc:sldLayoutMk cId="2012317274" sldId="2147483656"/>
              <ac:spMk id="9" creationId="{11712D20-BB20-D7AD-0BB3-173CC5430893}"/>
            </ac:spMkLst>
          </pc:spChg>
          <pc:spChg chg="add mod">
            <ac:chgData name="shameth fernando" userId="6bc79969eb4cdfa0" providerId="LiveId" clId="{667806A6-8EAF-4D83-951C-C535C243C97B}" dt="2023-11-06T16:32:07.944" v="435" actId="20577"/>
            <ac:spMkLst>
              <pc:docMk/>
              <pc:sldMasterMk cId="1835592735" sldId="2147483648"/>
              <pc:sldLayoutMk cId="2012317274" sldId="2147483656"/>
              <ac:spMk id="10" creationId="{C360F459-BEDE-325B-F862-C205E28B259E}"/>
            </ac:spMkLst>
          </pc:spChg>
        </pc:sldLayoutChg>
        <pc:sldLayoutChg chg="del">
          <pc:chgData name="shameth fernando" userId="6bc79969eb4cdfa0" providerId="LiveId" clId="{667806A6-8EAF-4D83-951C-C535C243C97B}" dt="2023-11-06T16:31:02.521" v="405" actId="2696"/>
          <pc:sldLayoutMkLst>
            <pc:docMk/>
            <pc:sldMasterMk cId="1835592735" sldId="2147483648"/>
            <pc:sldLayoutMk cId="681147700" sldId="2147483657"/>
          </pc:sldLayoutMkLst>
        </pc:sldLayoutChg>
        <pc:sldLayoutChg chg="del">
          <pc:chgData name="shameth fernando" userId="6bc79969eb4cdfa0" providerId="LiveId" clId="{667806A6-8EAF-4D83-951C-C535C243C97B}" dt="2023-11-06T16:31:03.771" v="406" actId="2696"/>
          <pc:sldLayoutMkLst>
            <pc:docMk/>
            <pc:sldMasterMk cId="1835592735" sldId="2147483648"/>
            <pc:sldLayoutMk cId="4290425448" sldId="2147483658"/>
          </pc:sldLayoutMkLst>
        </pc:sldLayoutChg>
        <pc:sldLayoutChg chg="del">
          <pc:chgData name="shameth fernando" userId="6bc79969eb4cdfa0" providerId="LiveId" clId="{667806A6-8EAF-4D83-951C-C535C243C97B}" dt="2023-11-06T16:31:04.720" v="407" actId="2696"/>
          <pc:sldLayoutMkLst>
            <pc:docMk/>
            <pc:sldMasterMk cId="1835592735" sldId="2147483648"/>
            <pc:sldLayoutMk cId="3835218027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4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102101-24E5-9365-F562-3E32F23B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A201F-C997-6604-EB1F-312B2DD5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B6F270-5C91-B1BD-8673-D96301BB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2FD30A-DFB9-1AB6-FA00-CDB45E4EA0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1288" y="1646873"/>
            <a:ext cx="2249424" cy="27432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3A68807-F650-4A90-46F3-D3762E0A5C9E}"/>
              </a:ext>
            </a:extLst>
          </p:cNvPr>
          <p:cNvSpPr txBox="1"/>
          <p:nvPr userDrawn="1"/>
        </p:nvSpPr>
        <p:spPr>
          <a:xfrm>
            <a:off x="1550713" y="4600766"/>
            <a:ext cx="97177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>
                <a:latin typeface="Algerian" panose="04020705040A02060702" pitchFamily="82" charset="0"/>
              </a:rPr>
              <a:t>S.THOMAS COLLEGE BANDARAWELA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87D502-1DA2-BE07-9A9A-CB5B9FD83479}"/>
              </a:ext>
            </a:extLst>
          </p:cNvPr>
          <p:cNvSpPr txBox="1"/>
          <p:nvPr userDrawn="1"/>
        </p:nvSpPr>
        <p:spPr>
          <a:xfrm>
            <a:off x="3329056" y="798397"/>
            <a:ext cx="5533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>
                <a:latin typeface="Algerian" panose="04020705040A02060702" pitchFamily="82" charset="0"/>
              </a:rPr>
              <a:t>favourite</a:t>
            </a:r>
            <a:r>
              <a:rPr lang="en-US" sz="3600" dirty="0">
                <a:latin typeface="Algerian" panose="04020705040A02060702" pitchFamily="82" charset="0"/>
              </a:rPr>
              <a:t> moments at</a:t>
            </a:r>
          </a:p>
        </p:txBody>
      </p:sp>
    </p:spTree>
    <p:extLst>
      <p:ext uri="{BB962C8B-B14F-4D97-AF65-F5344CB8AC3E}">
        <p14:creationId xmlns:p14="http://schemas.microsoft.com/office/powerpoint/2010/main" val="303439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09513-F810-4E2A-9EB6-6FADC9893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C8B07F-9515-0751-40C6-CBE737B45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B591-764D-906D-9BF1-0B491FA1E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6142414-823D-2626-48E8-4D3902227B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411"/>
            <a:ext cx="4038600" cy="2677015"/>
          </a:xfrm>
          <a:prstGeom prst="flowChartDelay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B14BA6-D913-1453-732D-BFABB54BDCD1}"/>
              </a:ext>
            </a:extLst>
          </p:cNvPr>
          <p:cNvSpPr txBox="1"/>
          <p:nvPr userDrawn="1"/>
        </p:nvSpPr>
        <p:spPr>
          <a:xfrm flipH="1">
            <a:off x="3209108" y="191790"/>
            <a:ext cx="57737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Primary School Concert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EE07B0-E23E-6359-0A20-C63BE3C4D9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99" t="-1916" r="899" b="1916"/>
          <a:stretch/>
        </p:blipFill>
        <p:spPr>
          <a:xfrm>
            <a:off x="8627596" y="776565"/>
            <a:ext cx="3561009" cy="2360441"/>
          </a:xfrm>
          <a:prstGeom prst="flowChartDelay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C56240-6550-E996-2A3B-A27CC14CA6C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204" y="3252650"/>
            <a:ext cx="3619313" cy="3084835"/>
          </a:xfrm>
          <a:prstGeom prst="flowChartConnector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624DEA-34E5-303C-FCAD-83457BA5FBD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2386" y="3148149"/>
            <a:ext cx="3561009" cy="3208201"/>
          </a:xfrm>
          <a:prstGeom prst="flowChartConnector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9C1A4E2-356E-8E94-D3E9-4B1B9240127A}"/>
              </a:ext>
            </a:extLst>
          </p:cNvPr>
          <p:cNvSpPr txBox="1"/>
          <p:nvPr userDrawn="1"/>
        </p:nvSpPr>
        <p:spPr>
          <a:xfrm>
            <a:off x="4191633" y="1797784"/>
            <a:ext cx="4418967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It was a very colourful day of events by</a:t>
            </a:r>
          </a:p>
          <a:p>
            <a:r>
              <a:rPr lang="en-GB" sz="2000" dirty="0"/>
              <a:t>the boys and girls of the primary school. </a:t>
            </a:r>
          </a:p>
          <a:p>
            <a:r>
              <a:rPr lang="en-GB" sz="2000" dirty="0"/>
              <a:t> The children were able to display their</a:t>
            </a:r>
          </a:p>
          <a:p>
            <a:r>
              <a:rPr lang="en-GB" sz="2000" dirty="0"/>
              <a:t> talents and keep the audience</a:t>
            </a:r>
          </a:p>
          <a:p>
            <a:r>
              <a:rPr lang="en-GB" sz="2000" dirty="0"/>
              <a:t>spellbound.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21391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4041D-F860-2042-9ED5-7DBC275DA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FAD9BC-E34B-680E-60AE-7850DDE8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FFC9B-AA30-4796-5534-9D4002991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2C94E-B937-373C-0EEB-7706800AAA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247922"/>
            <a:ext cx="3664944" cy="27434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A96DACE-6C5F-31AE-28C8-7947953226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87" y="2991394"/>
            <a:ext cx="4211957" cy="31529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88D33D3-79F8-3239-818E-EB2A1B233F66}"/>
              </a:ext>
            </a:extLst>
          </p:cNvPr>
          <p:cNvSpPr txBox="1"/>
          <p:nvPr userDrawn="1"/>
        </p:nvSpPr>
        <p:spPr>
          <a:xfrm>
            <a:off x="4165931" y="1080278"/>
            <a:ext cx="594472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students engaged in a range of activities aimed at</a:t>
            </a:r>
          </a:p>
          <a:p>
            <a:r>
              <a:rPr lang="en-GB" sz="2000" dirty="0"/>
              <a:t> developing various leadership qualities. Through these</a:t>
            </a:r>
          </a:p>
          <a:p>
            <a:r>
              <a:rPr lang="en-GB" sz="2000" dirty="0"/>
              <a:t> experiences, they encountered both success and failure, gaining a profound understanding of the significance of learning from these moments.</a:t>
            </a:r>
            <a:endParaRPr lang="en-US" sz="2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23D900-632C-D2ED-40E1-5F3BE0AB1A48}"/>
              </a:ext>
            </a:extLst>
          </p:cNvPr>
          <p:cNvSpPr txBox="1"/>
          <p:nvPr userDrawn="1"/>
        </p:nvSpPr>
        <p:spPr>
          <a:xfrm>
            <a:off x="3867712" y="166219"/>
            <a:ext cx="74860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 </a:t>
            </a:r>
            <a:r>
              <a:rPr lang="en-US" sz="3200" dirty="0">
                <a:latin typeface="Arial Black" panose="020B0A04020102020204" pitchFamily="34" charset="0"/>
              </a:rPr>
              <a:t>Leadership Training </a:t>
            </a:r>
            <a:r>
              <a:rPr lang="en-US" sz="3200" dirty="0" err="1">
                <a:latin typeface="Arial Black" panose="020B0A04020102020204" pitchFamily="34" charset="0"/>
              </a:rPr>
              <a:t>Programme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99B672D-D8E0-69A6-CF4D-B17922094B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3710" y="3040778"/>
            <a:ext cx="5249774" cy="29248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44054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C64BFF-CBA8-3D3A-ADA8-278388EC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EE27EE-9FF4-0170-AB4B-23E2A6AA9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335944-3F4A-67E2-06FE-39942602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511AC4-A806-93C4-077D-760D46469F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" y="2891895"/>
            <a:ext cx="3587205" cy="2388053"/>
          </a:xfrm>
          <a:prstGeom prst="flowChartAlternateProcess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4C277C-4A19-34C7-C47F-8A8B0C487D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163" y="2820049"/>
            <a:ext cx="3704680" cy="2466258"/>
          </a:xfrm>
          <a:prstGeom prst="round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7A66CC1-4C3C-4204-32B9-7A7DFD2FEBF2}"/>
              </a:ext>
            </a:extLst>
          </p:cNvPr>
          <p:cNvSpPr txBox="1"/>
          <p:nvPr userDrawn="1"/>
        </p:nvSpPr>
        <p:spPr>
          <a:xfrm>
            <a:off x="3161212" y="216263"/>
            <a:ext cx="61616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 </a:t>
            </a:r>
            <a:r>
              <a:rPr lang="en-GB" sz="3200" dirty="0">
                <a:latin typeface="Arial Black" panose="020B0A04020102020204" pitchFamily="34" charset="0"/>
              </a:rPr>
              <a:t>Teachers' Day(</a:t>
            </a:r>
            <a:r>
              <a:rPr lang="en-GB" sz="3200" dirty="0" err="1">
                <a:latin typeface="Arial Black" panose="020B0A04020102020204" pitchFamily="34" charset="0"/>
              </a:rPr>
              <a:t>ගුරු</a:t>
            </a:r>
            <a:r>
              <a:rPr lang="en-GB" sz="3200" dirty="0">
                <a:latin typeface="Arial Black" panose="020B0A04020102020204" pitchFamily="34" charset="0"/>
              </a:rPr>
              <a:t> </a:t>
            </a:r>
            <a:r>
              <a:rPr lang="en-GB" sz="3200" dirty="0" err="1">
                <a:latin typeface="Arial Black" panose="020B0A04020102020204" pitchFamily="34" charset="0"/>
              </a:rPr>
              <a:t>උපහාර</a:t>
            </a:r>
            <a:r>
              <a:rPr lang="en-GB" sz="3200" dirty="0">
                <a:latin typeface="Arial Black" panose="020B0A04020102020204" pitchFamily="34" charset="0"/>
              </a:rPr>
              <a:t>)</a:t>
            </a:r>
            <a:endParaRPr lang="en-US" sz="3200" dirty="0">
              <a:latin typeface="Arial Black" panose="020B0A040201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CDF499-E316-6A17-6DC1-DE8013DAE2D4}"/>
              </a:ext>
            </a:extLst>
          </p:cNvPr>
          <p:cNvSpPr txBox="1"/>
          <p:nvPr userDrawn="1"/>
        </p:nvSpPr>
        <p:spPr>
          <a:xfrm>
            <a:off x="3260896" y="1578052"/>
            <a:ext cx="567020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Numerous students enthusiastically participated </a:t>
            </a:r>
          </a:p>
          <a:p>
            <a:r>
              <a:rPr lang="en-GB" sz="2000" dirty="0"/>
              <a:t>in drama and song performances as a heartfelt</a:t>
            </a:r>
          </a:p>
          <a:p>
            <a:r>
              <a:rPr lang="en-GB" sz="2000" dirty="0"/>
              <a:t> expression of their gratitude towards their teachers.</a:t>
            </a:r>
            <a:endParaRPr lang="en-US" sz="2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62D15D-B815-2CD5-AAAB-085BAD3356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77" y="2928468"/>
            <a:ext cx="4340723" cy="2889681"/>
          </a:xfrm>
          <a:prstGeom prst="verticalScroll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38AD1D0-D3EB-E1D5-7F33-2B305F08BB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4149" y="600724"/>
            <a:ext cx="3333750" cy="2219325"/>
          </a:xfrm>
          <a:prstGeom prst="flowChartExtra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87F68E5-BF7D-32B5-0F68-F5018FE07D1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95" y="670944"/>
            <a:ext cx="3333750" cy="2219325"/>
          </a:xfrm>
          <a:prstGeom prst="flowChartExtract">
            <a:avLst/>
          </a:prstGeom>
        </p:spPr>
      </p:pic>
    </p:spTree>
    <p:extLst>
      <p:ext uri="{BB962C8B-B14F-4D97-AF65-F5344CB8AC3E}">
        <p14:creationId xmlns:p14="http://schemas.microsoft.com/office/powerpoint/2010/main" val="896584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D869B9-FA78-A71A-2402-5F50F484B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7C5118-AA16-DE8B-4A75-6D59A103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39809-CA3F-AF16-C005-91A7350AE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DD7D0C-4F3E-17D0-1611-EFD03171EEE6}"/>
              </a:ext>
            </a:extLst>
          </p:cNvPr>
          <p:cNvSpPr txBox="1"/>
          <p:nvPr userDrawn="1"/>
        </p:nvSpPr>
        <p:spPr>
          <a:xfrm>
            <a:off x="4465263" y="2057843"/>
            <a:ext cx="598478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Sri Lanka celebrates Children's Day annually on October 1st.</a:t>
            </a:r>
          </a:p>
          <a:p>
            <a:r>
              <a:rPr lang="en-GB" dirty="0"/>
              <a:t> Many events are organized for celebration of Children's Day </a:t>
            </a:r>
          </a:p>
          <a:p>
            <a:r>
              <a:rPr lang="en-GB" dirty="0"/>
              <a:t>in Sri Lanka. Government and non-governmental institutions </a:t>
            </a:r>
          </a:p>
          <a:p>
            <a:r>
              <a:rPr lang="en-GB" dirty="0"/>
              <a:t>organize various competitions, entertaining events and games</a:t>
            </a:r>
          </a:p>
          <a:p>
            <a:r>
              <a:rPr lang="en-GB" dirty="0"/>
              <a:t> for children, who also receive gifts for participation.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1EF344-614E-94A4-84AE-7BB56DD3A01E}"/>
              </a:ext>
            </a:extLst>
          </p:cNvPr>
          <p:cNvSpPr txBox="1"/>
          <p:nvPr userDrawn="1"/>
        </p:nvSpPr>
        <p:spPr>
          <a:xfrm>
            <a:off x="4125686" y="309612"/>
            <a:ext cx="34581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</a:t>
            </a:r>
            <a:r>
              <a:rPr lang="en-US" sz="3200" dirty="0">
                <a:latin typeface="Arial Black" panose="020B0A04020102020204" pitchFamily="34" charset="0"/>
              </a:rPr>
              <a:t>Children's Day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30039F-6087-9C46-EE07-20A8F0AF16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957" y="3618384"/>
            <a:ext cx="4112824" cy="27379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A31BAC0-8880-3733-D791-D42EA8710A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4090" y="88179"/>
            <a:ext cx="3063059" cy="20391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7C06E32-F890-69E2-3E4D-C93A3C3FE7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08" y="894387"/>
            <a:ext cx="3522877" cy="23452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4A435E-9456-6C6A-FAD2-B2B5DB80F5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955" y="3608988"/>
            <a:ext cx="3774227" cy="251255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90091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EE7CF9-2463-A3EF-B402-1E3601144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D24215-3E58-9B2F-15DD-B3E93C3DD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DCA476-5AA9-A68F-C269-D281AE375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60230E-D2F3-1D88-D42E-91F4625FE741}"/>
              </a:ext>
            </a:extLst>
          </p:cNvPr>
          <p:cNvSpPr txBox="1"/>
          <p:nvPr userDrawn="1"/>
        </p:nvSpPr>
        <p:spPr>
          <a:xfrm>
            <a:off x="3717528" y="2142309"/>
            <a:ext cx="52827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School sports meets are exhilarating events</a:t>
            </a:r>
          </a:p>
          <a:p>
            <a:r>
              <a:rPr lang="en-GB" dirty="0"/>
              <a:t> where students showcase their athletic talents </a:t>
            </a:r>
          </a:p>
          <a:p>
            <a:r>
              <a:rPr lang="en-GB" dirty="0"/>
              <a:t>and sportsmanship. These gatherings promote</a:t>
            </a:r>
          </a:p>
          <a:p>
            <a:r>
              <a:rPr lang="en-GB" dirty="0"/>
              <a:t> teamwork, competition, and physical fitness. </a:t>
            </a:r>
          </a:p>
          <a:p>
            <a:r>
              <a:rPr lang="en-GB" dirty="0"/>
              <a:t>It's a day of unity and pride as students come</a:t>
            </a:r>
          </a:p>
          <a:p>
            <a:r>
              <a:rPr lang="en-GB" dirty="0"/>
              <a:t> together to represent their school and celebrate</a:t>
            </a:r>
          </a:p>
          <a:p>
            <a:r>
              <a:rPr lang="en-GB" dirty="0"/>
              <a:t> the joy of sports.</a:t>
            </a:r>
          </a:p>
          <a:p>
            <a:endParaRPr lang="en-US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B7133F0-CB74-CCB6-A6AF-2045B626AC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3352" y="4293829"/>
            <a:ext cx="3333750" cy="22193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848FE1B-6D5C-7224-8121-9649CAD837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2044" y="-90322"/>
            <a:ext cx="4060312" cy="3422926"/>
          </a:xfrm>
          <a:prstGeom prst="star6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6351625-B82A-6D39-DD81-DC782D0CA5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9859"/>
            <a:ext cx="3717528" cy="2474811"/>
          </a:xfrm>
          <a:prstGeom prst="wave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7A6F657-5DD7-9256-9FB4-AE7B27D1E946}"/>
              </a:ext>
            </a:extLst>
          </p:cNvPr>
          <p:cNvSpPr txBox="1"/>
          <p:nvPr userDrawn="1"/>
        </p:nvSpPr>
        <p:spPr>
          <a:xfrm>
            <a:off x="4239957" y="696576"/>
            <a:ext cx="31450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dirty="0">
                <a:latin typeface="Arial Black" panose="020B0A04020102020204" pitchFamily="34" charset="0"/>
              </a:rPr>
              <a:t>SPORT MEET</a:t>
            </a:r>
            <a:endParaRPr lang="en-US" sz="32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5976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407D3-BDB8-E2A6-5623-1D1069FF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E9C2D-0CF0-FA03-B03A-53090B866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183CE6-6D01-F972-1DFE-9DA82C0AE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FCF1F-02A3-D26B-8523-D6DF4B1DEBBD}"/>
              </a:ext>
            </a:extLst>
          </p:cNvPr>
          <p:cNvSpPr txBox="1"/>
          <p:nvPr userDrawn="1"/>
        </p:nvSpPr>
        <p:spPr>
          <a:xfrm>
            <a:off x="4405043" y="1537584"/>
            <a:ext cx="7583999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The Middle School Science Exhibition is a platform for young minds</a:t>
            </a:r>
          </a:p>
          <a:p>
            <a:r>
              <a:rPr lang="en-GB" dirty="0"/>
              <a:t> to explore their scientific curiosity and creativity. Students present</a:t>
            </a:r>
          </a:p>
          <a:p>
            <a:r>
              <a:rPr lang="en-GB" dirty="0"/>
              <a:t> innovative projects and experiments, showcasing their understanding</a:t>
            </a:r>
          </a:p>
          <a:p>
            <a:r>
              <a:rPr lang="en-GB" dirty="0"/>
              <a:t> of various scientific concepts. It's an event that not only fosters a love for</a:t>
            </a:r>
          </a:p>
          <a:p>
            <a:r>
              <a:rPr lang="en-GB" dirty="0"/>
              <a:t> science but also encourages critical thinking and problem-solving skills.</a:t>
            </a:r>
          </a:p>
          <a:p>
            <a:r>
              <a:rPr lang="en-GB" dirty="0"/>
              <a:t> The exhibition provides a glimpse into the bright scientific minds of the future,</a:t>
            </a:r>
          </a:p>
          <a:p>
            <a:r>
              <a:rPr lang="en-GB" dirty="0"/>
              <a:t> and it's a source of inspiration for all who attend.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D768F-1119-810B-FAF1-AADE550E085E}"/>
              </a:ext>
            </a:extLst>
          </p:cNvPr>
          <p:cNvSpPr txBox="1"/>
          <p:nvPr userDrawn="1"/>
        </p:nvSpPr>
        <p:spPr>
          <a:xfrm>
            <a:off x="2651759" y="341983"/>
            <a:ext cx="7800790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Arial Black" panose="020B0A04020102020204" pitchFamily="34" charset="0"/>
              </a:rPr>
              <a:t>Middle School Science Exhibition </a:t>
            </a:r>
          </a:p>
          <a:p>
            <a:endParaRPr lang="en-US" sz="3200" dirty="0">
              <a:latin typeface="Arial Black" panose="020B0A040201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426E21-7AE4-8ED3-E96F-01CE61EBA3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87775"/>
            <a:ext cx="3769802" cy="250961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EF0206-48AB-19BC-5CD1-221998A0F46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9802" y="3887775"/>
            <a:ext cx="3769802" cy="250961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A41E75C-2709-3EF4-4D65-964924B6DD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71605"/>
            <a:ext cx="4380512" cy="291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02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40E3A-7B84-A155-77A1-E6D31C69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8C6600-1619-FEA7-635E-E40DDA6A4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0C327-036E-F93F-427F-F4E4DA61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712D20-BB20-D7AD-0BB3-173CC5430893}"/>
              </a:ext>
            </a:extLst>
          </p:cNvPr>
          <p:cNvSpPr txBox="1"/>
          <p:nvPr userDrawn="1"/>
        </p:nvSpPr>
        <p:spPr>
          <a:xfrm>
            <a:off x="3880506" y="2390502"/>
            <a:ext cx="44309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/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60F459-BEDE-325B-F862-C205E28B259E}"/>
              </a:ext>
            </a:extLst>
          </p:cNvPr>
          <p:cNvSpPr txBox="1"/>
          <p:nvPr userDrawn="1"/>
        </p:nvSpPr>
        <p:spPr>
          <a:xfrm>
            <a:off x="8153400" y="4441371"/>
            <a:ext cx="22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SHAMETH FERNANDO</a:t>
            </a:r>
          </a:p>
          <a:p>
            <a:r>
              <a:rPr lang="en-GB" dirty="0"/>
              <a:t>IT23624344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317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D13D8C-5F01-401C-B3AC-06B1290C6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4FA36E-8ADC-887F-6218-CBC0EBAF5B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E2F5C-4A9E-EBE8-A984-AC0885EB2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A04F7C-7A12-41FD-A46F-D73A089484CD}" type="datetimeFigureOut">
              <a:rPr lang="en-US" smtClean="0"/>
              <a:t>11/6/2023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3AE25-69B8-AEF2-CBB9-08A0887CEA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41907-02C0-4B12-71BF-522846E14E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61D194-3352-4AAB-B5B2-EFCD5474004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25D4D0-40F7-7CEB-916C-6B30D87A8FD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19" y="6356350"/>
            <a:ext cx="1673951" cy="45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592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FA389-D817-A33A-2770-498D00D5FC8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A31C3-1126-0642-C612-D994AC21BA6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902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Algerian</vt:lpstr>
      <vt:lpstr>Arial</vt:lpstr>
      <vt:lpstr>Arial Black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shameth fernando</dc:creator>
  <cp:lastModifiedBy>shameth fernando</cp:lastModifiedBy>
  <cp:revision>1</cp:revision>
  <dcterms:created xsi:type="dcterms:W3CDTF">2023-11-06T15:34:13Z</dcterms:created>
  <dcterms:modified xsi:type="dcterms:W3CDTF">2023-11-06T16:32:21Z</dcterms:modified>
</cp:coreProperties>
</file>